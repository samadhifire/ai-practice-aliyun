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2743200"/>
          </a:xfrm>
          <a:prstGeom prst="rect">
            <a:avLst/>
          </a:prstGeom>
          <a:solidFill>
            <a:srgbClr val="2563EB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0" y="3200400"/>
            <a:ext cx="3657600" cy="1943100"/>
          </a:xfrm>
          <a:prstGeom prst="rect">
            <a:avLst/>
          </a:prstGeom>
          <a:solidFill>
            <a:srgbClr val="0D9488">
              <a:alpha val="10000"/>
            </a:srgbClr>
          </a:solidFill>
        </p:spPr>
      </p:sp>
      <p:pic>
        <p:nvPicPr>
          <p:cNvPr id="4" name="Image 0" descr="d:/桌面/AGithub/ai-practice-aliyun/frontend/src/static/niuma-logo-transparent-l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223520"/>
            <a:ext cx="2967990" cy="873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端侧出题系统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 MNN 推理框架的离线 AI 刷题方案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137160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纯端侧 · 零网络 · 离线可用 · 隐私安全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10" name="图片 9" descr="niuma13-2-l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685" y="-480695"/>
            <a:ext cx="3704590" cy="3704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  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82296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188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应用场景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463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离线出题的核心价值场景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947672"/>
            <a:ext cx="384048" cy="384048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9" name="Text 7"/>
          <p:cNvSpPr/>
          <p:nvPr/>
        </p:nvSpPr>
        <p:spPr>
          <a:xfrm>
            <a:off x="822960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用户痛点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17627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传统方案的五大困境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660904"/>
            <a:ext cx="384048" cy="38404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822960" y="26609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61518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技术方案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288950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模型选型 · 推理框架 · 端侧适配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374136"/>
            <a:ext cx="384048" cy="38404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822960" y="33741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284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创新点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60273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七大核心创新优势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087368"/>
            <a:ext cx="384048" cy="384048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1" name="Text 19"/>
          <p:cNvSpPr/>
          <p:nvPr/>
        </p:nvSpPr>
        <p:spPr>
          <a:xfrm>
            <a:off x="822960" y="40873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416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预期效果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4315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可量化的交付指标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离线出题 · 五类核心场景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468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46888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Shape 5"/>
          <p:cNvSpPr/>
          <p:nvPr/>
        </p:nvSpPr>
        <p:spPr>
          <a:xfrm>
            <a:off x="621792" y="1399032"/>
            <a:ext cx="384048" cy="384048"/>
          </a:xfrm>
          <a:prstGeom prst="rect">
            <a:avLst/>
          </a:prstGeom>
          <a:solidFill>
            <a:srgbClr val="2563EB">
              <a:alpha val="8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990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99032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面试备战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1892808"/>
            <a:ext cx="21396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JD / 面经 / 技术文档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本地生成针对性选择题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反复练习 · 错题重刷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1234440"/>
            <a:ext cx="2468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234440"/>
            <a:ext cx="246888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Shape 11"/>
          <p:cNvSpPr/>
          <p:nvPr/>
        </p:nvSpPr>
        <p:spPr>
          <a:xfrm>
            <a:off x="3273552" y="1399032"/>
            <a:ext cx="384048" cy="384048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3990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1399032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考试复习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3552" y="1892808"/>
            <a:ext cx="21396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课堂笔记 / 教材章节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端侧模型提取知识点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做题反馈 · 标注掌握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1234440"/>
            <a:ext cx="2468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234440"/>
            <a:ext cx="246888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9" name="Shape 17"/>
          <p:cNvSpPr/>
          <p:nvPr/>
        </p:nvSpPr>
        <p:spPr>
          <a:xfrm>
            <a:off x="5925312" y="1399032"/>
            <a:ext cx="384048" cy="384048"/>
          </a:xfrm>
          <a:prstGeom prst="rect">
            <a:avLst/>
          </a:prstGeom>
          <a:solidFill>
            <a:srgbClr val="D97706">
              <a:alpha val="8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13990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1399032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企业培训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25312" y="1892808"/>
            <a:ext cx="21396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制度文档 / 产品手册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本地生成测验卷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答题通关 · 成绩沉淀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2468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90672"/>
            <a:ext cx="246888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5" name="Shape 23"/>
          <p:cNvSpPr/>
          <p:nvPr/>
        </p:nvSpPr>
        <p:spPr>
          <a:xfrm>
            <a:off x="621792" y="3255264"/>
            <a:ext cx="384048" cy="384048"/>
          </a:xfrm>
          <a:prstGeom prst="rect">
            <a:avLst/>
          </a:prstGeom>
          <a:solidFill>
            <a:srgbClr val="059669">
              <a:alpha val="8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2552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255264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碎片自学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" y="3749040"/>
            <a:ext cx="21396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阅读文章 / 技术博客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随时随地自我检验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知识吸收效果即时反馈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08960" y="3090672"/>
            <a:ext cx="2468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3090672"/>
            <a:ext cx="246888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1" name="Shape 29"/>
          <p:cNvSpPr/>
          <p:nvPr/>
        </p:nvSpPr>
        <p:spPr>
          <a:xfrm>
            <a:off x="3273552" y="3255264"/>
            <a:ext cx="384048" cy="384048"/>
          </a:xfrm>
          <a:prstGeom prst="rect">
            <a:avLst/>
          </a:prstGeom>
          <a:solidFill>
            <a:srgbClr val="7C3AED">
              <a:alpha val="8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2552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94760" y="3255264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离线场景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273552" y="3749040"/>
            <a:ext cx="213969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飞机 / 工地 / 展会 / 野外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100% 本地推理出题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无需网络 · 无需登录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用户痛点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传统方案的五大困境 → 端侧 AI 出题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423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423160" cy="36576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7" name="Shape 5"/>
          <p:cNvSpPr/>
          <p:nvPr/>
        </p:nvSpPr>
        <p:spPr>
          <a:xfrm>
            <a:off x="603504" y="1508760"/>
            <a:ext cx="347472" cy="347472"/>
          </a:xfrm>
          <a:prstGeom prst="rect">
            <a:avLst/>
          </a:prstGeom>
          <a:solidFill>
            <a:srgbClr val="DC2626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03504" y="1508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4904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出题成本高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" y="1920240"/>
            <a:ext cx="2130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手动出题每道耗时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3-10 分钟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1325880"/>
            <a:ext cx="2423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325880"/>
            <a:ext cx="242316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3" name="Shape 11"/>
          <p:cNvSpPr/>
          <p:nvPr/>
        </p:nvSpPr>
        <p:spPr>
          <a:xfrm>
            <a:off x="3209544" y="1508760"/>
            <a:ext cx="347472" cy="347472"/>
          </a:xfrm>
          <a:prstGeom prst="rect">
            <a:avLst/>
          </a:prstGeom>
          <a:solidFill>
            <a:srgbClr val="D97706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3209544" y="1508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85032" y="14904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题目不匹配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9544" y="1920240"/>
            <a:ext cx="2130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市面题目与个人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学习材料脱节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1325880"/>
            <a:ext cx="2423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325880"/>
            <a:ext cx="242316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9" name="Shape 17"/>
          <p:cNvSpPr/>
          <p:nvPr/>
        </p:nvSpPr>
        <p:spPr>
          <a:xfrm>
            <a:off x="5815584" y="1508760"/>
            <a:ext cx="347472" cy="347472"/>
          </a:xfrm>
          <a:prstGeom prst="rect">
            <a:avLst/>
          </a:prstGeom>
          <a:solidFill>
            <a:srgbClr val="7C3AED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815584" y="1508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14904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无错题闭环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15584" y="1920240"/>
            <a:ext cx="2130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错了就错，缺乏系统化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错题→掌握机制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2423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0360"/>
            <a:ext cx="2423160" cy="36576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5" name="Shape 23"/>
          <p:cNvSpPr/>
          <p:nvPr/>
        </p:nvSpPr>
        <p:spPr>
          <a:xfrm>
            <a:off x="603504" y="3063240"/>
            <a:ext cx="347472" cy="347472"/>
          </a:xfrm>
          <a:prstGeom prst="rect">
            <a:avLst/>
          </a:prstGeom>
          <a:solidFill>
            <a:srgbClr val="DC2626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03504" y="30632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04495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必须联网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3504" y="3474720"/>
            <a:ext cx="2130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主流 AI 工具依赖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云端 API 调用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63240" y="2880360"/>
            <a:ext cx="2423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63240" y="2880360"/>
            <a:ext cx="242316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1" name="Shape 29"/>
          <p:cNvSpPr/>
          <p:nvPr/>
        </p:nvSpPr>
        <p:spPr>
          <a:xfrm>
            <a:off x="3209544" y="3063240"/>
            <a:ext cx="347472" cy="347472"/>
          </a:xfrm>
          <a:prstGeom prst="rect">
            <a:avLst/>
          </a:prstGeom>
          <a:solidFill>
            <a:srgbClr val="D97706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3209544" y="30632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85032" y="304495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隐私顾虑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209544" y="3474720"/>
            <a:ext cx="2130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敏感材料上传云端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存在安全风险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2563EB">
              <a:alpha val="18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87952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传统方案：依赖云端 → 受限网络 → 隐私暴露       →      我们的方案：纯端侧推理 → 离线可用 → 隐私无忧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技术方案 · 模型选型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小模型 + 强量化 = 能在手机上跑的大语言模型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14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146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640080" y="1600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基座模型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Qwen2.5-0.5B-Instruct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参数量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亿 (0.5B)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选型理由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端侧"甜区"大小：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可运行 + 可接受质量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 可接受延迟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514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371600"/>
            <a:ext cx="251460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Text 14"/>
          <p:cNvSpPr/>
          <p:nvPr/>
        </p:nvSpPr>
        <p:spPr>
          <a:xfrm>
            <a:off x="3383280" y="1600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量化方案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33172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HQQ 4-bit 量化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体积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1089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942MB → 250MB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70332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压缩率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8862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 74%，精度损失可控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1371600"/>
            <a:ext cx="2514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371600"/>
            <a:ext cx="2514600" cy="457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5" name="Text 23"/>
          <p:cNvSpPr/>
          <p:nvPr/>
        </p:nvSpPr>
        <p:spPr>
          <a:xfrm>
            <a:off x="6126480" y="1600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运行时规格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214884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磁盘占用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33172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~250MB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292608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运行时内存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1089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~500MB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70332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设备要求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8862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6GB RAM 中端机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即可流畅运行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技术方案 · 推理框架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阿里 MNN → JNI 桥接 → 前端的完整推理栈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14884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0" y="333756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7863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25880"/>
            <a:ext cx="6400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868680" y="1417320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Uni-app (Vue 3 / TypeScript)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前端业务层 · llm.ts 统一推理入口 · 环境自适应路由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7863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68880"/>
            <a:ext cx="64008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868680" y="2560320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MnnQwenPlugin (Kotlin / JNI)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Android 原生插件 · 模型加载/分词/解码管理 · 状态回调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7863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64008" cy="8686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7" name="Text 15"/>
          <p:cNvSpPr/>
          <p:nvPr/>
        </p:nvSpPr>
        <p:spPr>
          <a:xfrm>
            <a:off x="868680" y="3703320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MNN LLM Runtime (C++ / ARM NEON)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底层推理引擎 · KV Cache · Token Streaming · 指令集自适应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2563EB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48640" y="4590288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打包：模型 + MNN 运行时 → ~226MB AAR → 一键集成 · 首次启动自动解压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技术方案 · 端侧适配思路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六大适配策略保障端侧体验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46888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603504" y="143560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模型轻量化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783080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HQQ 4-bit 量化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942→250MB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3258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325880"/>
            <a:ext cx="246888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3255264" y="143560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指令集自适应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55264" y="1783080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运行时探测 ARM NEON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 SVE / SME2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3258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1325880"/>
            <a:ext cx="246888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5" name="Text 13"/>
          <p:cNvSpPr/>
          <p:nvPr/>
        </p:nvSpPr>
        <p:spPr>
          <a:xfrm>
            <a:off x="5907024" y="143560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 Prompt 策略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07024" y="1783080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完整版 vs 精简版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匹配小模型上下文窗口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246888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9" name="Text 17"/>
          <p:cNvSpPr/>
          <p:nvPr/>
        </p:nvSpPr>
        <p:spPr>
          <a:xfrm>
            <a:off x="603504" y="276148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环境降级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" y="3108960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H5/小程序 → Mock 实现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开发调试不中断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65176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2651760"/>
            <a:ext cx="246888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3255264" y="276148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参数引导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55264" y="3108960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 约束：800字材料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3-5题·管理预期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65176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0" y="2651760"/>
            <a:ext cx="2468880" cy="36576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7" name="Text 25"/>
          <p:cNvSpPr/>
          <p:nvPr/>
        </p:nvSpPr>
        <p:spPr>
          <a:xfrm>
            <a:off x="5907024" y="276148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非原生降级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07024" y="3108960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不支持 → 提示升级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首次启动自动解压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核心思路：不追求参数规模 → 追求可部署性 + 可用性的最优解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创新点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七大核心优势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46888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Shape 5"/>
          <p:cNvSpPr/>
          <p:nvPr/>
        </p:nvSpPr>
        <p:spPr>
          <a:xfrm>
            <a:off x="2395728" y="1344168"/>
            <a:ext cx="384048" cy="256032"/>
          </a:xfrm>
          <a:prstGeom prst="rect">
            <a:avLst/>
          </a:prstGeom>
          <a:solidFill>
            <a:srgbClr val="2563EB">
              <a:alpha val="8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13441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441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纯端侧 AI 出题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73352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不联网也能让 AI 出题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0.5B 量化模型 + MNN 引擎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本地推理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23444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234440"/>
            <a:ext cx="246888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Shape 11"/>
          <p:cNvSpPr/>
          <p:nvPr/>
        </p:nvSpPr>
        <p:spPr>
          <a:xfrm>
            <a:off x="5047488" y="1344168"/>
            <a:ext cx="384048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3441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3441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HQQ 4-bit 量化部署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673352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942MB → 250MB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塞进中端手机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运行时内存 ~500MB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0" y="123444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234440"/>
            <a:ext cx="246888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9" name="Shape 17"/>
          <p:cNvSpPr/>
          <p:nvPr/>
        </p:nvSpPr>
        <p:spPr>
          <a:xfrm>
            <a:off x="7699248" y="1344168"/>
            <a:ext cx="384048" cy="256032"/>
          </a:xfrm>
          <a:prstGeom prst="rect">
            <a:avLst/>
          </a:prstGeom>
          <a:solidFill>
            <a:srgbClr val="D97706">
              <a:alpha val="8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9248" y="13441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13441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两阶段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97880" y="1673352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先提取知识点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再生成题目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小模型也能出高质量题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478024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478024"/>
            <a:ext cx="246888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5" name="Shape 23"/>
          <p:cNvSpPr/>
          <p:nvPr/>
        </p:nvSpPr>
        <p:spPr>
          <a:xfrm>
            <a:off x="2395728" y="2587752"/>
            <a:ext cx="384048" cy="256032"/>
          </a:xfrm>
          <a:prstGeom prst="rect">
            <a:avLst/>
          </a:prstGeom>
          <a:solidFill>
            <a:srgbClr val="059669">
              <a:alpha val="8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95728" y="25877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258775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多层容错 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2916936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JSON 修复 → 修复重试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模板题目 → 规则兜底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出题成功率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08960" y="2478024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2478024"/>
            <a:ext cx="246888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1" name="Shape 29"/>
          <p:cNvSpPr/>
          <p:nvPr/>
        </p:nvSpPr>
        <p:spPr>
          <a:xfrm>
            <a:off x="5047488" y="2587752"/>
            <a:ext cx="384048" cy="256032"/>
          </a:xfrm>
          <a:prstGeom prst="rect">
            <a:avLst/>
          </a:prstGeom>
          <a:solidFill>
            <a:srgbClr val="7C3AED">
              <a:alpha val="8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25877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46120" y="258775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题集 + AI 标签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46120" y="2916936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自动归档 + AI 打标签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错题 / 掌握双维度管理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形成个人知识体系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60720" y="2478024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0" y="2478024"/>
            <a:ext cx="2468880" cy="36576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7" name="Shape 35"/>
          <p:cNvSpPr/>
          <p:nvPr/>
        </p:nvSpPr>
        <p:spPr>
          <a:xfrm>
            <a:off x="7699248" y="2587752"/>
            <a:ext cx="384048" cy="256032"/>
          </a:xfrm>
          <a:prstGeom prst="rect">
            <a:avLst/>
          </a:prstGeom>
          <a:solidFill>
            <a:srgbClr val="DC2626">
              <a:alpha val="8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9248" y="258775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97880" y="258775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SME2 指令集适配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97880" y="2916936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运行时检测 ARM SME2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新芯片推理更快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面向未来硬件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08960" y="3721608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08960" y="3721608"/>
            <a:ext cx="246888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3" name="Shape 41"/>
          <p:cNvSpPr/>
          <p:nvPr/>
        </p:nvSpPr>
        <p:spPr>
          <a:xfrm>
            <a:off x="5047488" y="3831336"/>
            <a:ext cx="384048" cy="256032"/>
          </a:xfrm>
          <a:prstGeom prst="rect">
            <a:avLst/>
          </a:prstGeom>
          <a:solidFill>
            <a:srgbClr val="2563EB">
              <a:alpha val="8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3831336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46120" y="383133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跨端统一架构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246120" y="416052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Uni-app + MNN 插件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H5 调试 / 小程序分发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 离线推理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预期效果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可量化的交付指标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9525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192024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457200" y="143560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15-45s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5题出题速度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纯本地CPU推理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25880"/>
            <a:ext cx="19202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2560320" y="143560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~250MB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03911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端侧模型体积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HQQ 4-bit 量化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1920240" cy="3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5" name="Text 13"/>
          <p:cNvSpPr/>
          <p:nvPr/>
        </p:nvSpPr>
        <p:spPr>
          <a:xfrm>
            <a:off x="4663440" y="143560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~500MB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03911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运行时内存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中端机型流畅运行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3258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325880"/>
            <a:ext cx="1920240" cy="3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9" name="Text 17"/>
          <p:cNvSpPr/>
          <p:nvPr/>
        </p:nvSpPr>
        <p:spPr>
          <a:xfrm>
            <a:off x="6766560" y="143560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203911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出题成功率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四层 Fallback 保障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9776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63240"/>
            <a:ext cx="397764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640080" y="32004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全流程闭环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材料 → 出题 → 做题 → 反馈 → 题集 → 错题重刷 → 掌握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材料不出手机，隐私有保障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离线运行，无需网络 / API Key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AI 标签自动归类历史题目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39776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063240"/>
            <a:ext cx="397764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4892040" y="32004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多端覆盖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H5 浏览器：开发调试 · 快速体验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微信小程序：社交分发 · 轻量入口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Android App：离线推理 · 完整体验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一套代码库 · 多端共享 · 统一维护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4572000" cy="1943100"/>
          </a:xfrm>
          <a:prstGeom prst="rect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2743200"/>
          </a:xfrm>
          <a:prstGeom prst="rect">
            <a:avLst/>
          </a:prstGeom>
          <a:solidFill>
            <a:srgbClr val="2563EB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把 AI 出题的能力装进口袋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64592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没有网络，照样出题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2377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249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MNN + Qwen2.5-0.5B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HQQ 4-bit 量化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 CPU 推理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651760"/>
            <a:ext cx="2377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27249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体验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15-45秒出5题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离线可用无门槛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三层容错保障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2377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7249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价值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0632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面试/考试/培训/自学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全场景覆盖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隐私零风险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纯端侧 · 零网络 · 离线可用 · 隐私安全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1982</Words>
  <Application>WPS 演示</Application>
  <PresentationFormat>On-screen Show (16:9)</PresentationFormat>
  <Paragraphs>352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端侧出题系统</dc:title>
  <dc:creator>AI NiuMa Team</dc:creator>
  <dc:subject>PptxGenJS Presentation</dc:subject>
  <cp:lastModifiedBy>陈炀</cp:lastModifiedBy>
  <cp:revision>2</cp:revision>
  <dcterms:created xsi:type="dcterms:W3CDTF">2026-06-20T09:50:00Z</dcterms:created>
  <dcterms:modified xsi:type="dcterms:W3CDTF">2026-06-20T09:53:56Z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233B59ECAE7A4B95BDB9E0DD7247E21F_12</vt:lpwstr>
  </property>
</Properties>
</file>